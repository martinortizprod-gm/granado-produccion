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en modo presentación (F5). Esta es la portada. No hace falta explicar tecnología. El mensaje es: hay un sistema propio de la empresa, ya construido, para la producción de alimentos.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Decir el pedido al principio, no al final. Queremos dos cosas: que se use, y que se autorice a seguir. No es un proyecto nuevo: es continuar lo que ya está hecho.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criticar a nadie. El sistema viejo cumplió su etapa. El límite era práctico: estaba atado a una PC y los datos no estaban unificados. El código de escritorio ya no es el sistema activo.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Aclarar que no es una página para clientes de afuera. Es el sistema de la empresa. Se abre en el navegador, así que no queda encerrado en una computadora.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los cuatro pasos con un ejemplo simple: entra un pedido, se planifica el mes, se registra la jornada y de ahí salen el stock y el informe. Mencionar que el costo del material que entra ya tiene un lugar.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cuatro módulos son el corazón operativo. Si preguntan por el operario: puede tener un acceso más limitado que administración. Los permisos se asignan por 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punto más importante para evitar discusiones. Antes se podía tener un producido en una planilla y otro en el sistema. Acá, lo fabricado sale de la jornada de ese lote.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cambios de receta: queda la versión. El consumo teórico sale de esa versión por los kilos producidos. Lo que no estaba en la receta se ve marcado.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Excel sigue sirviendo para llevarse un informe. Dejó de ser el lugar donde vive la verdad. La verdad está en el sistema; el archivo es una copia para leer o enviar.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Contabilidad no reemplaza todavía al contador ni calcula la rentabilidad fina. Sirve para que el ingreso de planta y el costo dejen de estar separados. Lo que no se paga se puede apartar. Mencionar que abre en el mes en curso y solo en lo que impacta.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preguntan por seguridad: cada uno entra con su clave y el menú muestra solo sus módulos. Los respaldos permiten sacar una copia. No prometer certificaciones que no tenemos.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inventar horas ahorradas ni plata recuperada. Si quieren un número, se puede medir después de un mes de uso: cuántos lotes se informan desde el sistema y cuántos ingresos ya tienen costo. El beneficio de hoy es de orden y de una sola fuente.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claro: contabilidad de compras está empezada. Ventas, vencimientos finos y rentabilidad todavía no están. Por eso pedimos autorización para seguir, no para dar por cerrado el área contable.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el pedido, en una frase: pido autorización para que el sistema sea la herramienta de trabajo y para implementar los avances que faltan de contabilidad. Ofrecer mostrar el sistema en vivo después de las diapositivas, con un lote real, sin datos inventados.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CEA0"/>
                </a:solidFill>
                <a:latin typeface="Calibri"/>
              </a:rPr>
              <a:t>GRANADO PRODUCTOS VETERINARIOS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Sistema de producción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de alimentos para bovinos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5E4D4"/>
                </a:solidFill>
                <a:latin typeface="Calibri"/>
              </a:rPr>
              <a:t>Qué se construyó, para qué le sirve a la empresa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5E4D4"/>
                </a:solidFill>
                <a:latin typeface="Calibri"/>
              </a:rPr>
              <a:t>y por qué conviene seguir adelante.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DCEA0"/>
                </a:solidFill>
                <a:latin typeface="Calibri"/>
              </a:rPr>
              <a:t>Presentación interna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EL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Seguir usándolo y seguir construyendo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62819"/>
                </a:solidFill>
                <a:latin typeface="Calibri"/>
              </a:rPr>
              <a:t>El sistema ya está armado para la operación de planta y empezó el registro contable de lo que entra.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063240"/>
            <a:ext cx="73152" cy="868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6440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81E"/>
                </a:solidFill>
                <a:latin typeface="Calibri"/>
              </a:rPr>
              <a:t>Usarlo como herramienta de trabajo de administración y de planta.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6908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069080"/>
            <a:ext cx="73152" cy="868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7024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81E"/>
                </a:solidFill>
                <a:latin typeface="Calibri"/>
              </a:rPr>
              <a:t>Dejar de depender de una sola computadora y de planillas sueltas.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07492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5074920"/>
            <a:ext cx="73152" cy="868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76088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4281E"/>
                </a:solidFill>
                <a:latin typeface="Calibri"/>
              </a:rPr>
              <a:t>Autorizar los próximos avances sobre esta misma base, sin empezar de cero.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EL 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La información estaba partida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73152" cy="3977639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5623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Una sola máquina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58568"/>
            <a:ext cx="3227832" cy="32644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El sistema anterior era de escritorio. Si esa PC no estaba, el trabajo no estaba.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9164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91640"/>
            <a:ext cx="73152" cy="3977639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5623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Planillas al costado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58568"/>
            <a:ext cx="3227832" cy="32644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Pedidos, stock y costos podían vivir en archivos distintos, con números que no coincidían.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91640"/>
            <a:ext cx="36118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91640"/>
            <a:ext cx="73152" cy="3977639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85623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Poca trazabilidad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258568"/>
            <a:ext cx="3227832" cy="326440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Costaba ver, de un lote, qué se pidió, qué se fabricó y qué se consumió de verdad.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QUÉ ES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Una herramienta interna, en el navegador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2011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Para la planta y administración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67128"/>
            <a:ext cx="5193792" cy="1298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Solicitudes, planificación, jornadas, stock, recetas, informes y el inicio de la contabilidad.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0020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600200"/>
            <a:ext cx="73152" cy="2011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1" y="176479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Con usuario propio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1" y="2167128"/>
            <a:ext cx="5193792" cy="1298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Cada persona entra con su correo. Ve y modifica solo lo que su rol permite.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73152" cy="2011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95935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Un solo lugar para los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361688"/>
            <a:ext cx="5193792" cy="1298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Lo que se carga queda guardado para todos. No hace falta pasarse un archivo.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794760"/>
            <a:ext cx="5577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794760"/>
            <a:ext cx="73152" cy="2011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1" y="395935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Hecho a la medida de Granado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1" y="4361688"/>
            <a:ext cx="5193792" cy="1298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Alimentos para bovinos: lotes, recetas, ingredientes, envases, etiquetas y producto terminado.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CÓMO SE TRABAJA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Del pedido al número que queda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916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901952"/>
            <a:ext cx="438912" cy="438912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97510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146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Solicitud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017520"/>
            <a:ext cx="23317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Qué hay que fabricar, para qué cliente y en qué fecha.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16916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0168" y="1901952"/>
            <a:ext cx="438912" cy="438912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197510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5146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Plan del 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017520"/>
            <a:ext cx="23317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Capacidad, horarios y qué días se contemplan.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6916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1901952"/>
            <a:ext cx="438912" cy="438912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97510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5146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Jornada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3017520"/>
            <a:ext cx="23317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Lo que realmente se produjo: kilos, horas, paradas y consumos.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81160" y="16916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82328" y="1901952"/>
            <a:ext cx="438912" cy="438912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82328" y="1975104"/>
            <a:ext cx="438912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5146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Stock e informe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3017520"/>
            <a:ext cx="233172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Entra y sale material. El informe sale de esa jornada.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166360"/>
            <a:ext cx="111556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A4429"/>
                </a:solidFill>
                <a:latin typeface="Calibri"/>
              </a:rPr>
              <a:t>Al lado de ese circuito, cada ingreso de ingredientes, insumos, envases o etiquetas ya puede llevar su ficha de costo.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OPERACIÓN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Lo que usa el día a día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73152" cy="1024128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824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Solicitudes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719072"/>
            <a:ext cx="749807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D5347"/>
                </a:solidFill>
                <a:latin typeface="Calibri"/>
              </a:rPr>
              <a:t>El pedido de producción, con cliente, fechas y cantidad. Se puede seguir y corregir.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69748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697480"/>
            <a:ext cx="73152" cy="1024128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254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Planificación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62072"/>
            <a:ext cx="749807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D5347"/>
                </a:solidFill>
                <a:latin typeface="Calibri"/>
              </a:rPr>
              <a:t>El mes de trabajo: rendimientos, horarios, paradas y qué se contempla.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84048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73152" cy="1024128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684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Producción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005072"/>
            <a:ext cx="749807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D5347"/>
                </a:solidFill>
                <a:latin typeface="Calibri"/>
              </a:rPr>
              <a:t>La jornada del lote: pallets, kilos, horas, paradas, consumos, responsables y cierre.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80"/>
            <a:ext cx="1115568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983480"/>
            <a:ext cx="73152" cy="1024128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11149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Movimientos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148072"/>
            <a:ext cx="7498079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D5347"/>
                </a:solidFill>
                <a:latin typeface="Calibri"/>
              </a:rPr>
              <a:t>Ingresos y egresos de ingredientes, insumos, envases, etiquetas y producto terminado.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CEA0"/>
                </a:solidFill>
                <a:latin typeface="Calibri"/>
              </a:rPr>
              <a:t>LA REGLA QUE ORDENA LOS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 producido se calcula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desde la jornada.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2412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F2EC"/>
                </a:solidFill>
                <a:latin typeface="Calibri"/>
              </a:rPr>
              <a:t>Si el lote coincide, el informe no inventa otro stock ni otro producido. Hay un solo número, y sale de lo que se registró en producción.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E4D4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5E4D4"/>
                </a:solidFill>
                <a:latin typeface="Calibri"/>
              </a:rPr>
              <a:t>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DATOS DE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Lo que la planta necesita tener ordenado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73152" cy="301752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81051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Materiales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12848"/>
            <a:ext cx="3227832" cy="23042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Ingredientes, insumos, envases y etiquetas, con su stock.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73152" cy="301752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1051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Producto y receta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12848"/>
            <a:ext cx="3227832" cy="23042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El alimento terminado y las versiones de receta con las que se fabrica.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361188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73152" cy="301752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810512"/>
            <a:ext cx="32278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Proveedores y clientes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2" y="2212848"/>
            <a:ext cx="3227832" cy="23042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Quién entrega el material y para quién es la solicitud.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3776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62819"/>
                </a:solidFill>
                <a:latin typeface="Calibri"/>
              </a:rPr>
              <a:t>La receta dice lo teórico. La jornada dice lo real. El informe los compara y marca lo que se consumió fuera de receta.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INFORMES Y ANÁLISIS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Para mirar el período, no solo el día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Hoja de lote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Una producción completa: jornadas, kilos, horas, paradas, consumos, responsables y limpieza.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54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55448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1" y="171907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Consumo contra receta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1" y="212140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Lo que debía usarse contra lo que se usó. Lo de más queda a la vista.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95935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Pedido contra producido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36168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En un rango de fechas, kilos pedidos contra kilos de las jornadas. Si no hubo jornada, producido es cero.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7947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79476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1" y="395935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Tablero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1" y="436168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Producción, stock, trazabilidad y reportes en un solo lugar, con salida a Excel o PDF cuando hace falta el archivo.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CONTABILIDAD, EN MARCHA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El ingreso físico ya puede tener precio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1907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Entra solo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2140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Cada ingreso de ingrediente, insumo, envase o etiqueta aparece en contabilidad. No hay que cargarlo dos veces.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55448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55448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1" y="171907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Se completa después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1" y="212140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Factura, vencimiento, costo sin IVA, IVA, comprobantes y una o varias formas de pago.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7947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79476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95935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Pesos o dólares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36168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El costo y cada pago indican la moneda. Con la cotización del dólar, la grilla muestra todo en pesos.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794760"/>
            <a:ext cx="557784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794760"/>
            <a:ext cx="73152" cy="20574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1" y="395935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No impacta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1" y="4361688"/>
            <a:ext cx="5193792" cy="1344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Si el material lo manda el cliente y no se paga ni se cobra, se marca y los costos quedan en cero. No ensucia la cuenta.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ORDEN Y RESGUARDO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No todo el mundo ve todo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13258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107716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67128"/>
            <a:ext cx="10771632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Administración puede gestionar. Planta puede limitarse a consultar lo que necesita. Eso se define, no queda fijo para siempre.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06324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73152" cy="13258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227832"/>
            <a:ext cx="107716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Respaldos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3630168"/>
            <a:ext cx="10771632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La información se puede exportar. No queda solo en la memoria de una persona.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11155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526280"/>
            <a:ext cx="73152" cy="13258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90872"/>
            <a:ext cx="107716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Uso interno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5093208"/>
            <a:ext cx="10771632" cy="6126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No es un sitio abierto al público. Entran las personas de la empresa, con su usuario.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QUÉ GANA LA EMPRESA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Beneficios concretos, sin números inventados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577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4088" y="1993392"/>
            <a:ext cx="329184" cy="329184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9576" y="181051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81E"/>
                </a:solidFill>
                <a:latin typeface="Calibri"/>
              </a:rPr>
              <a:t>El trabajo no depende de que esté encendida una sola computadora.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54480"/>
            <a:ext cx="5577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10527" y="1993392"/>
            <a:ext cx="329184" cy="329184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86015" y="181051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81E"/>
                </a:solidFill>
                <a:latin typeface="Calibri"/>
              </a:rPr>
              <a:t>Pedido, jornada, stock e informe usan el mismo lote.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3239"/>
            <a:ext cx="5577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3502151"/>
            <a:ext cx="329184" cy="329184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3319271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81E"/>
                </a:solidFill>
                <a:latin typeface="Calibri"/>
              </a:rPr>
              <a:t>Se puede explicar un desvío: receta contra consumo real, pedido contra producido.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063239"/>
            <a:ext cx="5577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10527" y="3502151"/>
            <a:ext cx="329184" cy="329184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86015" y="3319271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81E"/>
                </a:solidFill>
                <a:latin typeface="Calibri"/>
              </a:rPr>
              <a:t>El material que entra puede llevar factura, costo y forma de pago.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572000"/>
            <a:ext cx="5577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088" y="5010912"/>
            <a:ext cx="329184" cy="329184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9576" y="482803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81E"/>
                </a:solidFill>
                <a:latin typeface="Calibri"/>
              </a:rPr>
              <a:t>Lo que no se paga se aparta, y no se mezcla con lo que sí impacta.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4572000"/>
            <a:ext cx="557784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10527" y="5010912"/>
            <a:ext cx="329184" cy="329184"/>
          </a:xfrm>
          <a:prstGeom prst="ellipse">
            <a:avLst/>
          </a:prstGeom>
          <a:solidFill>
            <a:srgbClr val="0A4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86015" y="4828032"/>
            <a:ext cx="466344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4281E"/>
                </a:solidFill>
                <a:latin typeface="Calibri"/>
              </a:rPr>
              <a:t>Lo que se sume después se apoya en esto. No hay que rehacer la planta.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5533"/>
                </a:solidFill>
                <a:latin typeface="Calibri"/>
              </a:rPr>
              <a:t>CÓMO SEGUIR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062819"/>
                </a:solidFill>
                <a:latin typeface="Calibri"/>
              </a:rPr>
              <a:t>Consolidar, y después ampliar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234440" cy="54864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55778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" cy="4297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64792"/>
            <a:ext cx="51937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67128"/>
            <a:ext cx="5193792" cy="3584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Usar solicitudes, producción, stock e informes en el trabajo real.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Cargar en contabilidad los ingresos que sí se pagan.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Marcar como «No impacta» el material de clientes.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Tener al día el valor del dólar.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4406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73152" cy="4297680"/>
          </a:xfrm>
          <a:prstGeom prst="rect">
            <a:avLst/>
          </a:prstGeom>
          <a:solidFill>
            <a:srgbClr val="0A4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64792"/>
            <a:ext cx="505663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62819"/>
                </a:solidFill>
                <a:latin typeface="Calibri"/>
              </a:rPr>
              <a:t>Después, con autorización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67128"/>
            <a:ext cx="5056632" cy="35844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Facturas a emitir y cobranzas.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Estados de lo enviado, cobrado y vencido.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Rentabilidad en grandes trazos, apoyada en los costos ya cargados y en lo producido.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D5347"/>
                </a:solidFill>
                <a:latin typeface="Calibri"/>
              </a:rPr>
              <a:t>Sin abrir otro sistema al lado.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32688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Granado Productos Veterinarios  ·  Sistema de producción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D5347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8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DC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CEA0"/>
                </a:solidFill>
                <a:latin typeface="Calibri"/>
              </a:rPr>
              <a:t>PARA CERRAR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7899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Ya está construido.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Conviene usarlo y seguir.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E7F2EC"/>
                </a:solidFill>
                <a:latin typeface="Calibri"/>
              </a:rPr>
              <a:t>Volver a las planillas o a una sola PC sería dejar atrás un sistema hecho para esta planta. Seguir es completar lo que falta, sobre lo que ya funciona.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DCEA0"/>
                </a:solidFill>
                <a:latin typeface="Calibri"/>
              </a:rPr>
              <a:t>Granado Productos Veterinarios  ·  Alimentos para bovinos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producción Granado</dc:title>
  <dc:subject>Presentación interna para autorización de uso y continuidad</dc:subject>
  <dc:creator>Granado Productos Veterinarios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